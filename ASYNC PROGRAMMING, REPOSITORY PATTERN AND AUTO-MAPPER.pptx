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58A4-F895-7112-FC48-53D468D9F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77558-8851-EFB6-3CD2-7EF913BA2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CE717-A0A2-439B-1D58-A9805FE9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D3A2F-9531-35BE-6386-5AA70C97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B7CD-76CF-ED2F-A3B1-6B8D5C57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583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56C0E-97CD-763A-659E-F83FBC68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8090D-6461-0BBC-6480-D35AA525C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AFC7-9699-B6F9-9F83-73BDC25D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3DA74-6462-CDFA-DEBE-D13BD50D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128-67A9-A4F0-4B3C-5771C0BD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11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9792-CAC7-F94E-2BFE-6BB9DF5F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503E3-B557-01AA-8E9B-74B98CADB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D47C9-203D-8C70-4664-2D2678C1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C6A23-A5D6-0272-E6B1-2B7947BD3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993DF-7080-D1A2-6FB6-8411FA23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55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6212-A544-1639-166D-5C01AC9D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C092-EFCB-E692-5B44-CFBD663C0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F353B-FFEA-C15D-9EF4-A2D2EEC50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7BD6-844F-D8AB-C65E-A60BEC30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01272-6AFC-BF38-3A90-B6250ADD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C2349-4D86-D029-FF73-40708ED2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2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81C6-6747-B31F-CD87-A65FCF5B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F29BE-B88F-F5B5-BB47-F45AE201E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10382-FAE1-33FB-B08F-5A8BBE80B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041BC-C6EE-3FB5-5A3A-5B2CC13D9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0605E2-50BB-8CF7-8799-0644D393F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46A23-0265-E4A6-68BC-627211B4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34593-0F83-23FC-092B-E30CFA15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C2FF2-D39A-53DD-C103-CC600A44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58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C3A5-41EF-FF89-3CB5-B47F46CB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D7594-E894-050A-9752-F7DABCC2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452BD-40EF-0B53-8A19-6DB2E3DC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6AF6F-44DA-8B25-0F7A-61A4D70C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5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5FA40-91A3-6D79-91B3-D5E3A3FC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6E17E-CDDA-21ED-F536-6170E7E1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AFAAE-4C61-3C43-1FAC-67E6BEFF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49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1AC23-3C62-A18A-3483-E13EE004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A0B5D-84A4-6FE0-121F-1028C417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C433E-0CC3-51B9-CE59-53CE5E520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2B923-587C-7FC6-A7D2-D38140F1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89B8C-820D-AA90-A90B-2B5B9185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9D540-AB50-4590-5E9F-FECC4187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78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18D02-81BD-69DB-05F0-382EFF24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68189-5133-4B90-3453-722AE649F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BDCCF-D996-FA5A-29B6-36FA0746B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F70FD-46C8-5172-093C-5DC118DB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1AEA0-0006-BAAE-2571-35EA480C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A2277-8BDB-883D-50FC-CF8F5DC1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66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7EFF-2179-C34B-6CCF-2EAF1391D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E585F-5C98-4658-EAF9-E974B2D87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BB509-C065-5D6C-46E3-CC4CA8EE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DCAA5-20AF-05F9-123F-9B9CD595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CB89F-B978-EBC6-41B1-D0EE8DD2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13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0B573-5616-1B52-CA38-FCFEC56A3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AD3EA-0507-19D4-42DE-E39BC6700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73DEA-89B9-B314-55E1-A066208B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D267-C5EC-3DD4-1DD5-BB906094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E42BA-403C-3230-FB9D-FEC3AEBD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588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A49CE-AB7D-B8EC-9E30-A5D3B03F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D74AE-E8EF-E931-6763-8460C9539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9629A-268C-A697-2F39-22D1B486A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8C05C-41A1-480A-8A2B-A723321642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BE141-89C0-7822-3931-F7F8CDE58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68135-0C23-A2D4-55F3-C9AC3FA95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831F7-ED08-4516-B097-EDCAB641A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39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B6C4-4F90-461C-7558-BD804792D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685" y="2054348"/>
            <a:ext cx="9017977" cy="2640744"/>
          </a:xfrm>
        </p:spPr>
        <p:txBody>
          <a:bodyPr>
            <a:normAutofit/>
          </a:bodyPr>
          <a:lstStyle/>
          <a:p>
            <a:r>
              <a:rPr lang="en-IN" dirty="0"/>
              <a:t>ASYNC PROGRAMMING, REPOSITORY PATTERN AND AUTO-MAPPER</a:t>
            </a:r>
          </a:p>
        </p:txBody>
      </p:sp>
    </p:spTree>
    <p:extLst>
      <p:ext uri="{BB962C8B-B14F-4D97-AF65-F5344CB8AC3E}">
        <p14:creationId xmlns:p14="http://schemas.microsoft.com/office/powerpoint/2010/main" val="86555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BF56-B5BA-1DDD-8321-9B9C530B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47AC-9A0E-814F-63B5-04F6C57A8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Asynchronous programming allows your application to start a time-consuming task (like talking to a database or downloading a file) and immediately move on to other work without waiting for that task to finish.</a:t>
            </a:r>
          </a:p>
          <a:p>
            <a:r>
              <a:rPr lang="en-US" b="1" dirty="0"/>
              <a:t>Why We Use It</a:t>
            </a:r>
            <a:endParaRPr lang="en-US" dirty="0"/>
          </a:p>
          <a:p>
            <a:r>
              <a:rPr lang="en-US" b="1" dirty="0"/>
              <a:t>Web APIs: </a:t>
            </a:r>
            <a:r>
              <a:rPr lang="en-US" dirty="0"/>
              <a:t>It drastically increases </a:t>
            </a:r>
            <a:r>
              <a:rPr lang="en-US" b="1" dirty="0"/>
              <a:t>scalability</a:t>
            </a:r>
            <a:r>
              <a:rPr lang="en-US" dirty="0"/>
              <a:t>. One server can handle thousands of concurrent requests because threads aren't standing around "frozen" waiting for the database to reply.</a:t>
            </a:r>
          </a:p>
          <a:p>
            <a:r>
              <a:rPr lang="en-US" b="1" dirty="0"/>
              <a:t>Desktop/Mobile Apps:</a:t>
            </a:r>
            <a:r>
              <a:rPr lang="en-US" dirty="0"/>
              <a:t> It keeps the application </a:t>
            </a:r>
            <a:r>
              <a:rPr lang="en-US" b="1" dirty="0"/>
              <a:t>responsive</a:t>
            </a:r>
            <a:r>
              <a:rPr lang="en-US" dirty="0"/>
              <a:t>. It prevents the screen from freezing or showing the "spinning wheel" while data is loading.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574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B1BA-AE35-9950-A799-18511DE0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Repository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ED791-52DD-9530-60D6-F50BC9BA9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The Core Concept</a:t>
            </a:r>
            <a:r>
              <a:rPr lang="en-US" dirty="0"/>
              <a:t> The Repository Pattern creates a middleman (an abstraction layer) between your data access code (Entity Framework/SQL) and your business logic (Controllers). Instead of a controller digging into the database directly, it asks the "Repository" to go get the data for it.</a:t>
            </a:r>
          </a:p>
          <a:p>
            <a:r>
              <a:rPr lang="en-US" b="1" dirty="0"/>
              <a:t>Why We Use It</a:t>
            </a:r>
            <a:endParaRPr lang="en-US" dirty="0"/>
          </a:p>
          <a:p>
            <a:r>
              <a:rPr lang="en-US" b="1" dirty="0"/>
              <a:t>Separation of Concerns (Clean Code):</a:t>
            </a:r>
            <a:r>
              <a:rPr lang="en-US" dirty="0"/>
              <a:t> Controllers should only care about receiving HTTP requests and returning HTTP responses. They shouldn't care </a:t>
            </a:r>
            <a:r>
              <a:rPr lang="en-US" i="1" dirty="0"/>
              <a:t>how</a:t>
            </a:r>
            <a:r>
              <a:rPr lang="en-US" dirty="0"/>
              <a:t> data is saved.</a:t>
            </a:r>
          </a:p>
          <a:p>
            <a:r>
              <a:rPr lang="en-US" b="1" dirty="0"/>
              <a:t>Easier Unit Testing:</a:t>
            </a:r>
            <a:r>
              <a:rPr lang="en-US" dirty="0"/>
              <a:t> You can easily test your controllers by creating a "Fake" or "Mock" repository that just returns hardcoded lists instead of needing to spin up a real SQL server.</a:t>
            </a:r>
          </a:p>
          <a:p>
            <a:r>
              <a:rPr lang="en-US" b="1" dirty="0"/>
              <a:t>Swappable Data Sources:</a:t>
            </a:r>
            <a:r>
              <a:rPr lang="en-US" dirty="0"/>
              <a:t> If your boss tells you to switch from SQL Server to MongoDB next year, you only have to write a new Repository. You don't have to rewrite a single line of code in your Controllers!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96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8B4C-B481-EB44-79BD-BC89517D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Automapper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AA09D-2BC8-027E-A754-02B8D753A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AutoMapper</a:t>
            </a:r>
            <a:r>
              <a:rPr lang="en-US" dirty="0"/>
              <a:t> is an "object-to-object mapper." It is a machine that takes an object of one type (like a database Region model) and automatically copies its data into a completely different object (like a </a:t>
            </a:r>
            <a:r>
              <a:rPr lang="en-US" dirty="0" err="1"/>
              <a:t>RegionDTO</a:t>
            </a:r>
            <a:r>
              <a:rPr lang="en-US" dirty="0"/>
              <a:t> for the user), as long as their property names match.</a:t>
            </a:r>
          </a:p>
          <a:p>
            <a:r>
              <a:rPr lang="en-US" b="1" dirty="0"/>
              <a:t>Why We Use It</a:t>
            </a:r>
            <a:endParaRPr lang="en-US" dirty="0"/>
          </a:p>
          <a:p>
            <a:r>
              <a:rPr lang="en-US" b="1" dirty="0"/>
              <a:t>Kills Boilerplate:</a:t>
            </a:r>
            <a:r>
              <a:rPr lang="en-US" dirty="0"/>
              <a:t> It prevents you from having to write 50 lines of </a:t>
            </a:r>
            <a:r>
              <a:rPr lang="en-US" dirty="0" err="1"/>
              <a:t>dto.FirstName</a:t>
            </a:r>
            <a:r>
              <a:rPr lang="en-US" dirty="0"/>
              <a:t> = </a:t>
            </a:r>
            <a:r>
              <a:rPr lang="en-US" dirty="0" err="1"/>
              <a:t>user.FirstName</a:t>
            </a:r>
            <a:r>
              <a:rPr lang="en-US" dirty="0"/>
              <a:t>; every time you want to move data around.</a:t>
            </a:r>
          </a:p>
          <a:p>
            <a:r>
              <a:rPr lang="en-US" b="1" dirty="0"/>
              <a:t>Database Optimization:</a:t>
            </a:r>
            <a:r>
              <a:rPr lang="en-US" dirty="0"/>
              <a:t> When paired with Entity Framework, you can use .</a:t>
            </a:r>
            <a:r>
              <a:rPr lang="en-US" dirty="0" err="1"/>
              <a:t>ProjectTo</a:t>
            </a:r>
            <a:r>
              <a:rPr lang="en-US" dirty="0"/>
              <a:t>&lt;DTO&gt;(). This translates your mapping directly into a highly efficient SQL SELECT query behind the scenes.</a:t>
            </a:r>
          </a:p>
          <a:p>
            <a:r>
              <a:rPr lang="en-US" b="1" dirty="0"/>
              <a:t>Security (Data Hiding):</a:t>
            </a:r>
            <a:r>
              <a:rPr lang="en-US" dirty="0"/>
              <a:t> It makes it effortless to use DTOs (Data Transfer Objects) so you never accidentally expose sensitive database fields (like passwords or internal IDs) to the public API.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83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1772653-12DD-F50A-0102-5F9B2D17E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143" y="-21940"/>
            <a:ext cx="4686959" cy="6879940"/>
          </a:xfrm>
        </p:spPr>
      </p:pic>
    </p:spTree>
    <p:extLst>
      <p:ext uri="{BB962C8B-B14F-4D97-AF65-F5344CB8AC3E}">
        <p14:creationId xmlns:p14="http://schemas.microsoft.com/office/powerpoint/2010/main" val="402012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865A78-4C6C-4F73-EF98-5AFA756E6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835" y="0"/>
            <a:ext cx="4916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3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8067C-E89E-1311-94C8-761F9BFCE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09" y="0"/>
            <a:ext cx="6542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4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ASYNC PROGRAMMING, REPOSITORY PATTERN AND AUTO-MAPPER</vt:lpstr>
      <vt:lpstr>Async Programming</vt:lpstr>
      <vt:lpstr>Repository pattern</vt:lpstr>
      <vt:lpstr>Automapper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sanidhya pal</dc:creator>
  <cp:lastModifiedBy>sanidhya pal</cp:lastModifiedBy>
  <cp:revision>1</cp:revision>
  <dcterms:created xsi:type="dcterms:W3CDTF">2026-06-11T15:54:41Z</dcterms:created>
  <dcterms:modified xsi:type="dcterms:W3CDTF">2026-06-11T15:54:47Z</dcterms:modified>
</cp:coreProperties>
</file>