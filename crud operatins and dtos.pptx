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87C47-06B2-6F93-8D98-6AB4110F98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D8BB5C-6199-53DE-8CC5-84E2F49C0A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AE8EFD-092C-C225-F375-147752875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AB0-C29E-4108-8BFF-C97F53E038DB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23E02-16E4-B41E-92F2-79280CAC6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999209-5FAE-5DE7-0ACF-E2AE5A2EB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F5C82-18EC-40FB-8889-39BE084BD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142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C27A7-A95E-95E8-A576-9FFF15D06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C89D5-0B8E-1A80-84BD-92F90FB74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4E649-1960-CE2E-54AA-7283C726F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AB0-C29E-4108-8BFF-C97F53E038DB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589EE-FD88-275D-2E63-91669BD32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18345-BEB7-D04A-22CB-FA1A7F7B2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F5C82-18EC-40FB-8889-39BE084BD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8709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F427F-F4B2-A711-938F-0838A31CF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C6BFC0-3658-4927-4C83-2B25738AD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6CFE0-9913-E60E-9E51-9824C5B9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AB0-C29E-4108-8BFF-C97F53E038DB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33369-E8C9-C217-5F8F-05B51D365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CB10F-77BC-4D1A-E982-DFE361C76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F5C82-18EC-40FB-8889-39BE084BD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077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5E525-CD90-D56F-C46D-C564C07A5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35DCF-0929-D2F8-7E8C-E04E22F93C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C60335-CA31-25C7-C95E-F18EFB85F2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EF5297-12F9-9248-EBC2-68BA0DA4F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AB0-C29E-4108-8BFF-C97F53E038DB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43BC6B-0B93-5E68-E30D-CC3F1A159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D9B8DD-2D3F-84F8-213B-2F2458A1A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F5C82-18EC-40FB-8889-39BE084BD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461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0A59D-B789-FC4B-6275-7D33FE66C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F95B70-9BFF-ABE7-85A3-C0CE54044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C08964-1C21-7000-C35C-813EB18731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2FCCF7-5373-E2EB-A65E-E67B3396EE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61373A-E89B-1101-2D4C-551AD35A00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7586B1-B49E-2901-7868-2FE6AF6AC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AB0-C29E-4108-8BFF-C97F53E038DB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D5F389-97E8-88AC-E188-21DEFC95A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CCDB21-CE9F-981E-791D-79D371D32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F5C82-18EC-40FB-8889-39BE084BD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536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73F9A-EA2C-2829-CA7D-B23910FEA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FAD827-B036-C042-97B7-5AEE6D54B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AB0-C29E-4108-8BFF-C97F53E038DB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FC475-FC27-B08D-419D-89CB29AD3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F603EC-2998-DEE7-B30F-49887EB25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F5C82-18EC-40FB-8889-39BE084BD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595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C8023E-9249-BF75-8E68-F15C0D99F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AB0-C29E-4108-8BFF-C97F53E038DB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5B2107-A078-DB62-C812-365407A29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95F31-E867-5A5F-7964-EA9CA3001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F5C82-18EC-40FB-8889-39BE084BD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6916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F4021-FCDB-77C7-4B49-B7C9F304A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8FAC8-D03D-06EF-0903-33ACFB166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AF9DBA-C052-97E6-5D1F-1425C06544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609D02-7FCB-F752-88A8-DAFED1F3D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AB0-C29E-4108-8BFF-C97F53E038DB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A90C7D-F391-024C-19EF-158B46F04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D5053-DF2B-5955-3927-58A82C0EF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F5C82-18EC-40FB-8889-39BE084BD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4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4CDDA-E465-22FF-4241-E5A737D34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C5252C-394A-18FA-A74D-F5DB1E2E12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8DF5AB-E085-394F-DCAD-D639181A61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6B6EE9-AA8A-9347-C85A-FB73FADCF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AB0-C29E-4108-8BFF-C97F53E038DB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3CE051-587C-BE53-42F2-4A4584E32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E7E4F3-DB39-2B67-A905-2D551EFE8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F5C82-18EC-40FB-8889-39BE084BD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572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1F3FA-6A60-6999-414F-0B22F359C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550D1E-8CA1-457B-710F-F357ED8BB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2FD0A-5957-1078-7AA0-80623CA71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AB0-C29E-4108-8BFF-C97F53E038DB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8962FB-7288-3A8B-A74F-9DC6DEB5A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B25BA-B65F-465D-911C-0D5738C2E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F5C82-18EC-40FB-8889-39BE084BD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8556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20A3DC-90AD-C949-2B05-51AE638C2B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72047B-CF92-237A-E514-D84FF8D209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D450D-9BEE-2C85-3496-3584F5EA1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AB0-C29E-4108-8BFF-C97F53E038DB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F774D-EFF9-825F-B7DF-03D819AA1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6A795-8581-331E-2585-552734AD1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F5C82-18EC-40FB-8889-39BE084BD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1908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F0D6A3-E4EC-05AC-4E16-4754905AC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0EE149-D4D5-E627-3C9B-F06F2E93BB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3D5D4-15C5-77B1-1031-4D6B286AE4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51AB0-C29E-4108-8BFF-C97F53E038DB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32E8A3-8FBA-24EE-8DD9-E4BA119F7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D39A1-791B-A8F2-9791-5DBB791571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EF5C82-18EC-40FB-8889-39BE084BD9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219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ABBB6-8557-72BD-72C0-BE2A7D7BA7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63537"/>
            <a:ext cx="9144000" cy="2387600"/>
          </a:xfrm>
        </p:spPr>
        <p:txBody>
          <a:bodyPr/>
          <a:lstStyle/>
          <a:p>
            <a:r>
              <a:rPr lang="en-IN" dirty="0"/>
              <a:t>DTOs and Domain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9F9393-23DB-C6E4-D6A7-AAD6BBC788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638" y="2212852"/>
            <a:ext cx="9144000" cy="4029685"/>
          </a:xfrm>
        </p:spPr>
        <p:txBody>
          <a:bodyPr>
            <a:normAutofit/>
          </a:bodyPr>
          <a:lstStyle/>
          <a:p>
            <a:pPr algn="l"/>
            <a:r>
              <a:rPr lang="en-IN" dirty="0" err="1"/>
              <a:t>Dtos</a:t>
            </a:r>
            <a:r>
              <a:rPr lang="en-IN" dirty="0"/>
              <a:t> are objects that are used to transfer data between different layers of components of an application</a:t>
            </a:r>
            <a:br>
              <a:rPr lang="en-IN" dirty="0"/>
            </a:br>
            <a:r>
              <a:rPr lang="en-IN" dirty="0"/>
              <a:t>these typically contain a subset of the properties in domain model </a:t>
            </a:r>
          </a:p>
          <a:p>
            <a:pPr algn="l"/>
            <a:r>
              <a:rPr lang="en-IN" dirty="0"/>
              <a:t>We don’t send domain model back to the client because of security reasons </a:t>
            </a:r>
          </a:p>
          <a:p>
            <a:pPr algn="l"/>
            <a:r>
              <a:rPr lang="en-IN" dirty="0"/>
              <a:t>Advantages of DTOs- separation of concerns, security, performance , versioning</a:t>
            </a:r>
          </a:p>
        </p:txBody>
      </p:sp>
    </p:spTree>
    <p:extLst>
      <p:ext uri="{BB962C8B-B14F-4D97-AF65-F5344CB8AC3E}">
        <p14:creationId xmlns:p14="http://schemas.microsoft.com/office/powerpoint/2010/main" val="13482861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72A97-3636-F83A-B2F4-87180BEC8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CRUD Operations on database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98C440-1473-5178-0F64-D4D48A6EAD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4342" y="2497870"/>
            <a:ext cx="4115948" cy="435133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08248D-3185-FC2B-C19D-27CDD1EEE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1483" y="2497870"/>
            <a:ext cx="4846740" cy="36045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5C008A-7DC6-64D8-35AB-F500DFD3C905}"/>
              </a:ext>
            </a:extLst>
          </p:cNvPr>
          <p:cNvSpPr txBox="1"/>
          <p:nvPr/>
        </p:nvSpPr>
        <p:spPr>
          <a:xfrm>
            <a:off x="934342" y="1946409"/>
            <a:ext cx="24266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Get all the regions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5BC563-3A82-0A8C-5ECA-C17C3994D062}"/>
              </a:ext>
            </a:extLst>
          </p:cNvPr>
          <p:cNvSpPr txBox="1"/>
          <p:nvPr/>
        </p:nvSpPr>
        <p:spPr>
          <a:xfrm>
            <a:off x="6811483" y="1909613"/>
            <a:ext cx="37279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Get a particular region by an id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8994A7-9881-DCDD-A78E-448F583C4919}"/>
              </a:ext>
            </a:extLst>
          </p:cNvPr>
          <p:cNvSpPr txBox="1"/>
          <p:nvPr/>
        </p:nvSpPr>
        <p:spPr>
          <a:xfrm>
            <a:off x="934342" y="1394948"/>
            <a:ext cx="4115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1. GET</a:t>
            </a:r>
          </a:p>
        </p:txBody>
      </p:sp>
    </p:spTree>
    <p:extLst>
      <p:ext uri="{BB962C8B-B14F-4D97-AF65-F5344CB8AC3E}">
        <p14:creationId xmlns:p14="http://schemas.microsoft.com/office/powerpoint/2010/main" val="319012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1E44A-08E9-83EE-ED54-848C81317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POST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5530FC-656A-47BE-7CB9-6A1D2125FE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60795"/>
            <a:ext cx="620750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7264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571A-CF6B-DA55-3237-184DB67C7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UPDATE(PUT)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734B1B-8BAC-63CC-CA2E-70715AF439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4" y="1946353"/>
            <a:ext cx="6652837" cy="4092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97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7C9CD-66D8-BCF5-C2AD-B5F3A7D98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DELETE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64DAE6-4461-8BAC-999E-1101F72C82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199" y="1874617"/>
            <a:ext cx="8123777" cy="3954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194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DTOs and Domain Models</vt:lpstr>
      <vt:lpstr>CRUD Operations on database </vt:lpstr>
      <vt:lpstr>2. POST</vt:lpstr>
      <vt:lpstr>3. UPDATE(PUT)</vt:lpstr>
      <vt:lpstr>4. DELETE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sanidhya pal</dc:creator>
  <cp:lastModifiedBy>sanidhya pal</cp:lastModifiedBy>
  <cp:revision>1</cp:revision>
  <dcterms:created xsi:type="dcterms:W3CDTF">2026-06-10T18:53:00Z</dcterms:created>
  <dcterms:modified xsi:type="dcterms:W3CDTF">2026-06-10T18:54:40Z</dcterms:modified>
</cp:coreProperties>
</file>